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voicenotes.com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(88/100)  ·  4 findings  ·  3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pricing page is the single most valuable conversion mechanism on this site, but it is bleeding value by presenting bare price points without plan names, feature comparisons, or billing frequency, forcing visitors to guess the value and actual cost.</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0.7–3.4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due to missing or suboptimal title, description, and Open Graph tags.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so a first-time visitor has nothing to offset purchase risk.</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Pricing lacks plan details</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pricing page shows only prices without plan names, features, or billing frequency, leaving visitors uncertain about </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Missing trust signals</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homepage lacks returns policy and guarantee, so first-time visitors have nothing to offset purchase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lacks plan details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"prices: $0 $9 /user $24 /user"</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pricing page presents bare price points without plan names, feature comparisons, or billing frequency, forcing visitors to guess the value and actual cost.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5" name="TextBox 4"/>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6" name="TextBox 5"/>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7" name="TextBox 6"/>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8" name="TextBox 7"/>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Pricing lacks plan details</a:t>
            </a:r>
          </a:p>
        </p:txBody>
      </p:sp>
      <p:sp>
        <p:nvSpPr>
          <p:cNvPr id="9" name="TextBox 8"/>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0" name="TextBox 9"/>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